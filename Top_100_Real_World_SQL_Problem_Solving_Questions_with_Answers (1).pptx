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5F7FA"/>
                </a:solidFill>
                <a:latin typeface="Aptos"/>
              </a:rPr>
              <a:t>TOP 100 REAL-WORLD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50A0FF"/>
                </a:solidFill>
                <a:latin typeface="Aptos"/>
              </a:rPr>
              <a:t>PROBLEM-SOLVING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5F7FA"/>
                </a:solidFill>
                <a:latin typeface="Aptos"/>
              </a:rPr>
              <a:t>WITH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2608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B4C3"/>
                </a:solidFill>
                <a:latin typeface="Aptos"/>
              </a:rPr>
              <a:t>MySQL 8+ • Data Analyst &amp; SQL Interview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Created by Aditya Kalyan | Data Analyst Mentor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50A0FF"/>
                </a:solidFill>
                <a:latin typeface="Aptos"/>
              </a:rPr>
              <a:t>Data Detective 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Aptos"/>
              </a:rPr>
              <a:t>QUESTION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0A0FF"/>
                </a:solidFill>
                <a:latin typeface="Aptos"/>
              </a:rPr>
              <a:t>Q01–Q15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143000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SQL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73352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0A0FF"/>
                </a:solidFill>
                <a:latin typeface="Aptos"/>
              </a:rPr>
              <a:t>Q16–Q25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73352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Filtering &amp; Aggregation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03704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0A0FF"/>
                </a:solidFill>
                <a:latin typeface="Aptos"/>
              </a:rPr>
              <a:t>Q26–Q40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03704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Joins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34056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0A0FF"/>
                </a:solidFill>
                <a:latin typeface="Aptos"/>
              </a:rPr>
              <a:t>Q41–Q50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3405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Subqueries &amp; CTEs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64408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0A0FF"/>
                </a:solidFill>
                <a:latin typeface="Aptos"/>
              </a:rPr>
              <a:t>Q51–Q65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26440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Window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0A0FF"/>
                </a:solidFill>
                <a:latin typeface="Aptos"/>
              </a:rPr>
              <a:t>Q66–Q75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794760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Date &amp; Time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25112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0A0FF"/>
                </a:solidFill>
                <a:latin typeface="Aptos"/>
              </a:rPr>
              <a:t>Q76–Q85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325112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Real-World Data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55464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0A0FF"/>
                </a:solidFill>
                <a:latin typeface="Aptos"/>
              </a:rPr>
              <a:t>Q86–Q95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855464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Advanced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85816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50A0FF"/>
                </a:solidFill>
                <a:latin typeface="Aptos"/>
              </a:rPr>
              <a:t>Q96–Q100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385816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Hard Interview Challenges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Q01  Find all employees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* FROM employees;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Q02  Select employee names and salaries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name, salary FROM employees;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Q03  Find employees earning more than 60000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* FROM employees WHERE salary &gt; 60000;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Q04  Find employees with salary between 49000 and 75000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* FROM employees WHERE salary BETWEEN 49000 AND 75000;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Q05  Sort employees by salary descending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* FROM employees ORDER BY salary DESC;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Q06  Find unique 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DISTINCT department FROM employees;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Q07  Count employees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COUNT(*) AS employee_count FROM employees;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Q08  Find average salary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AVG(salary) AS avg_salary FROM employees;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Q09  Find highest salary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MAX(salary) AS highest_salary FROM employees;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Q10  Find lowest salary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MIN(salary) AS lowest_salary FROM employees;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Q11  Find total salary expense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SUM(salary) AS total_salary FROM employees;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Q12  Count employees by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department, COUNT(*) AS employee_count FROM employees GROUP BY department;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Q13  Average salary by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department, AVG(salary) AS avg_salary FROM employees GROUP BY department;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Q14  Departments with average salary above 70000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department, AVG(salary) AS avg_salary FROM employees GROUP BY department HAVING AVG(salary) &gt; 70000;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Q15  Classify salary using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SQL Fundamentals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name, salary, CASE WHEN salary &gt;= 80000 THEN 'High' WHEN salary &gt;= 50000 THEN 'Medium' ELSE 'Low' END AS salary_band FROM employees;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Q16  Employees with department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Filtering &amp; Aggregation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e.name, d.department_name FROM employees e INNER JOIN departments d ON e.department_id=d.department_id;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Q17  All employees including those without a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Filtering &amp; Aggregation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e.name, d.department_name FROM employees e LEFT JOIN departments d ON e.department_id=d.department_id;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Q18  Departments with no employees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Filtering &amp; Aggregation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d.department_name FROM departments d LEFT JOIN employees e ON d.department_id=e.department_id WHERE e.employee_id IS NULL;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Q19  Employees earning above 60000 with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Filtering &amp; Aggregation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e.name, e.salary, d.department_name FROM employees e JOIN departments d ON e.department_id=d.department_id WHERE e.salary&gt;60000;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Q20  Count employees in each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Filtering &amp; Aggregation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d.department_name, COUNT(e.employee_id) AS employee_count FROM departments d LEFT JOIN employees e ON d.department_id=e.department_id GROUP BY d.department_name;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Q21  Find managers and employees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Filtering &amp; Aggregation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e.name AS employee, m.name AS manager FROM employees e LEFT JOIN employees m ON e.manager_id=m.employee_id;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Q22  Employees earning more than their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Filtering &amp; Aggregation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e.name, e.salary, m.name AS manager, m.salary AS manager_salary FROM employees e JOIN employees m ON e.manager_id=m.employee_id WHERE e.salary&gt;m.salary;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Q23  Customers who never ordered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Filtering &amp; Aggregation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c.customer_id,c.name FROM customers c LEFT JOIN orders o ON c.customer_id=o.customer_id WHERE o.order_id IS NULL;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Q24  Orders with customer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Filtering &amp; Aggregation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o.order_id,c.name,o.order_date,o.amount FROM orders o JOIN customers c ON o.customer_id=c.customer_id;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Q25  Top 3 salaries overall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Filtering &amp; Aggregation  •  Beginner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* FROM employees ORDER BY salary DESC LIMIT 3;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Q26  Second-highest salary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MAX(salary) AS second_highest FROM employees WHERE salary &lt; (SELECT MAX(salary) FROM employees);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Q27  Nth-highest salary using DENSE_RANK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name,salary FROM (SELECT name,salary,DENSE_RANK() OVER(ORDER BY salary DESC) rnk FROM employees) x WHERE rnk=3;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Q28  Rank employees by salary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name,salary,RANK() OVER(ORDER BY salary DESC) AS salary_rank FROM employees;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Q29  Top 3 earners per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name,department,salary FROM (SELECT e.*,ROW_NUMBER() OVER(PARTITION BY department ORDER BY salary DESC) rn FROM employees e) x WHERE rn&lt;=3;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Q30  Highest salary per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* FROM (SELECT e.*,ROW_NUMBER() OVER(PARTITION BY department ORDER BY salary DESC) rn FROM employees e) x WHERE rn=1;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Q31  Lowest salary per 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* FROM (SELECT e.*,ROW_NUMBER() OVER(PARTITION BY department ORDER BY salary) rn FROM employees e) x WHERE rn=1;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Q32  Running total of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order_date,amount,SUM(amount) OVER(ORDER BY order_date) AS running_total FROM orders;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Q33  Monthly running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SELECT DATE_FORMAT(order_date,'%Y-%m') month,SUM(amount) revenue,SUM(SUM(amount)) OVER(ORDER BY DATE_FORMAT(order_date,'%Y-%m')) running_revenue FROM orders GROUP BY DATE_FORMAT(order_date,'%Y-%m');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Q34  Previous order amount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customer_id,order_date,amount,LAG(amount) OVER(PARTITION BY customer_id ORDER BY order_date) AS previous_amount FROM orders;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Q35  Next order amount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customer_id,order_date,amount,LEAD(amount) OVER(PARTITION BY customer_id ORDER BY order_date) AS next_amount FROM orders;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Q36  Days between customer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customer_id,order_date,DATEDIFF(order_date,LAG(order_date) OVER(PARTITION BY customer_id ORDER BY order_date)) days_since_previous FROM orders;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Q37  Duplicate emails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email,COUNT(*) cnt FROM customers GROUP BY email HAVING COUNT(*)&gt;1;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Q38  Remove duplicate rows conceptually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email,MIN(customer_id) keep_id FROM customers GROUP BY email HAVING COUNT(*)&gt;1;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Q39  Customers with at least 3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customer_id,COUNT(*) order_count FROM orders GROUP BY customer_id HAVING COUNT(*)&gt;=3;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Q40  Products sold more than 100 units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Joins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product_id,SUM(quantity) units FROM order_items GROUP BY product_id HAVING SUM(quantity)&gt;100;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Q41  Best-selling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Subqueries &amp; CTEs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product_id,SUM(quantity) units FROM order_items GROUP BY product_id ORDER BY units DESC LIMIT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Q42  Revenue by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Subqueries &amp; CTEs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product_id,SUM(quantity*unit_price) revenue FROM order_items GROUP BY product_id ORDER BY revenue DESC;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Q43  Revenue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Subqueries &amp; CTEs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DATE_FORMAT(order_date,'%Y-%m') month,SUM(amount) revenue FROM orders GROUP BY month ORDER BY month;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Q44  Orders in last 30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Subqueries &amp; CTEs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* FROM orders WHERE order_date &gt;= CURRENT_DATE - INTERVAL 30 DAY;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Q45  Orders this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Subqueries &amp; CTEs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* FROM orders WHERE YEAR(order_date)=YEAR(CURRENT_DATE);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Q46  Monthly customer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Subqueries &amp; CTEs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DATE_FORMAT(order_date,'%Y-%m') month,COUNT(DISTINCT customer_id) customers FROM orders GROUP BY month;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Q47  Customers first order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Subqueries &amp; CTEs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customer_id,MIN(order_date) first_order_date FROM orders GROUP BY customer_id;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Q48  Latest order per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Subqueries &amp; CTEs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* FROM (SELECT o.*,ROW_NUMBER() OVER(PARTITION BY customer_id ORDER BY order_date DESC) rn FROM orders o) x WHERE rn=1;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Q49  Month-over-month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Subqueries &amp; CTEs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SELECT month,revenue,LAG(revenue) OVER(ORDER BY month) prev_revenue,ROUND(100*(revenue-LAG(revenue) OVER(ORDER BY month))/NULLIF(LAG(revenue) OVER(ORDER BY month),0),2) growth_pct FROM monthly_sales;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Q50  Year-over-year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Subqueries &amp; CTEs  •  Intermediate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year,revenue,LAG(revenue) OVER(ORDER BY year) prev_year_revenue FROM yearly_sales;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Q51  Employees joined in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* FROM employees WHERE YEAR(join_date)=2026;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Q52  Users active on at least 3 different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user_id FROM user_logins GROUP BY user_id HAVING COUNT(DISTINCT DATE(login_time))&gt;=3;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Q53  Users with consecutive login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WITH d AS (SELECT DISTINCT user_id,DATE(login_time) dt FROM user_logins), x AS (SELECT user_id,dt,LAG(dt) OVER(PARTITION BY user_id ORDER BY dt) prev_dt FROM d) SELECT DISTINCT user_id FROM x WHERE DATEDIFF(dt,prev_dt)=1;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Q54  Users with no consecutive login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WITH d AS (SELECT DISTINCT user_id,DATE(login_time) dt FROM user_logins), x AS (SELECT user_id,dt,LAG(dt) OVER(PARTITION BY user_id ORDER BY dt) prev_dt FROM d) SELECT user_id FROM d GROUP BY user_id HAVING SUM(CASE WHEN DATEDIFF(dt,prev_dt)=1 THEN 1 ELSE 0 END)=0;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Q55  Above-average customer 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SELECT customer_id,SUM(amount) spend FROM orders GROUP BY customer_id HAVING SUM(amount)&gt;(SELECT AVG(total_spend) FROM (SELECT customer_id,SUM(amount) total_spend FROM orders GROUP BY customer_id) s);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Q56  Customers who bought every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customer_id FROM order_items GROUP BY customer_id HAVING COUNT(DISTINCT product_id)=(SELECT COUNT(*) FROM products);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Q57  Products never sold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p.product_id,p.product_name FROM products p LEFT JOIN order_items oi ON p.product_id=oi.product_id WHERE oi.product_id IS NULL;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Q58  Category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p.category,SUM(oi.quantity*oi.unit_price) revenue FROM products p JOIN order_items oi ON p.product_id=oi.product_id GROUP BY p.category;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Q59  Top category by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SELECT category,revenue FROM (SELECT p.category,SUM(oi.quantity*oi.unit_price) revenue FROM products p JOIN order_items oi ON p.product_id=oi.product_id GROUP BY p.category) x ORDER BY revenue DESC LIMIT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Q60  Average order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AVG(order_total) avg_order_value FROM (SELECT order_id,SUM(quantity*unit_price) order_total FROM order_items GROUP BY order_id) x;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Q61  Customers with orders in two consecutive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WITH d AS (SELECT DISTINCT customer_id,DATE(order_date) dt FROM orders), x AS (SELECT customer_id,dt,LAG(dt) OVER(PARTITION BY customer_id ORDER BY dt) prev_dt FROM d) SELECT DISTINCT customer_id FROM x WHERE DATEDIFF(dt,prev_dt)=1;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Q62  Customer retention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Courier New"/>
              </a:rPr>
              <a:t>WITH firsts AS (SELECT customer_id,DATE_FORMAT(MIN(order_date),'%Y-%m') cohort FROM orders GROUP BY customer_id), activity AS (SELECT DISTINCT customer_id,DATE_FORMAT(order_date,'%Y-%m') month FROM orders) SELECT f.cohort,a.month,COUNT(DISTINCT a.customer_id) retained_users FROM firsts f JOIN activity a ON f.customer_id=a.customer_id GROUP BY f.cohort,a.month;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Q63  Churned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c.customer_id FROM customers c LEFT JOIN orders o ON c.customer_id=o.customer_id GROUP BY c.customer_id HAVING MAX(o.order_date)&lt;CURRENT_DATE-INTERVAL 90 DAY;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Q64  Funnel step 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SELECT COUNT(DISTINCT CASE WHEN event_name='visit' THEN user_id END) visits,COUNT(DISTINCT CASE WHEN event_name='signup' THEN user_id END) signups,COUNT(DISTINCT CASE WHEN event_name='purchase' THEN user_id END) purchases FROM events;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Q65  Purchase conversion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Window Functions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SELECT ROUND(100*COUNT(DISTINCT CASE WHEN event_name='purchase' THEN user_id END)/NULLIF(COUNT(DISTINCT CASE WHEN event_name='visit' THEN user_id END),0),2) conversion_pct FROM events;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Q66  Daily active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Date &amp; Time Analysis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DATE(event_time) dt,COUNT(DISTINCT user_id) dau FROM events WHERE event_name='login' GROUP BY DATE(event_time);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Q67  Monthly active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Date &amp; Time Analysis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DATE_FORMAT(event_time,'%Y-%m') month,COUNT(DISTINCT user_id) mau FROM events GROUP BY month;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Q68  DAU/MAU 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Date &amp; Time Analysis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Courier New"/>
              </a:rPr>
              <a:t>WITH d AS (SELECT DATE(event_time) dt,COUNT(DISTINCT user_id) dau FROM events GROUP BY DATE(event_time)), m AS (SELECT DATE_FORMAT(event_time,'%Y-%m') month,COUNT(DISTINCT user_id) mau FROM events GROUP BY month) SELECT DATE_FORMAT(d.dt,'%Y-%m') month,AVG(d.dau)/MAX(m.mau) dau_mau_ratio FROM d JOIN m ON DATE_FORMAT(d.dt,'%Y-%m')=m.month GROUP BY DATE_FORMAT(d.dt,'%Y-%m');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Q69  Median salary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Date &amp; Time Analysis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SELECT AVG(salary) median_salary FROM (SELECT salary,ROW_NUMBER() OVER(ORDER BY salary) rn,COUNT(*) OVER() cnt FROM employees) x WHERE rn IN (FLOOR((cnt+1)/2),CEIL((cnt+1)/2));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Q70  Salary percentile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Date &amp; Time Analysis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salary FROM (SELECT salary,PERCENT_RANK() OVER(ORDER BY salary) pct FROM employees) x WHERE pct&gt;=0.9 ORDER BY pct LIMIT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Q71  Gap between salary ranks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Date &amp; Time Analysis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name,salary,salary-LAG(salary) OVER(ORDER BY salary DESC) gap_from_previous FROM employees ORDER BY salary DESC;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Q72  Three-month moving average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Date &amp; Time Analysis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month,revenue,AVG(revenue) OVER(ORDER BY month ROWS BETWEEN 2 PRECEDING AND CURRENT ROW) moving_avg FROM monthly_sales;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Q73  First purchase in each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Date &amp; Time Analysis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SELECT * FROM (SELECT oi.customer_id,p.category,o.order_date,ROW_NUMBER() OVER(PARTITION BY oi.customer_id,p.category ORDER BY o.order_date) rn FROM order_items oi JOIN products p ON oi.product_id=p.product_id JOIN orders o ON oi.order_id=o.order_id) x WHERE rn=1;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Q74  Repeat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Date &amp; Time Analysis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customer_id FROM orders GROUP BY customer_id HAVING COUNT(*)&gt;1;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Q75  One-time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Date &amp; Time Analysis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customer_id FROM orders GROUP BY customer_id HAVING COUNT(*)=1;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Q76  Customers with increasing order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Real-World Data Analytics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WITH x AS (SELECT customer_id,order_date,amount,LAG(amount) OVER(PARTITION BY customer_id ORDER BY order_date) prev_amount FROM orders) SELECT DISTINCT customer_id FROM x WHERE prev_amount IS NOT NULL AND amount&gt;prev_amount;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Q77  Declining monthly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Real-World Data Analytics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WITH x AS (SELECT month,revenue,LAG(revenue) OVER(ORDER BY month) prev_revenue FROM monthly_sales) SELECT month,revenue FROM x WHERE revenue&lt;prev_revenue;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Q78  Longest user login streak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Real-World Data Analytics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WITH d AS (SELECT DISTINCT user_id,DATE(login_time) dt FROM user_logins), g AS (SELECT user_id,dt,DATE_SUB(dt,INTERVAL ROW_NUMBER() OVER(PARTITION BY user_id ORDER BY dt) DAY) grp FROM d) SELECT user_id,COUNT(*) streak_days FROM g GROUP BY user_id,grp ORDER BY streak_days DESC LIMIT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Q79  Missing dates in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Real-World Data Analytics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WITH RECURSIVE dates AS (SELECT MIN(order_date) dt FROM orders UNION ALL SELECT dt+INTERVAL 1 DAY FROM dates WHERE dt&lt;(SELECT MAX(order_date) FROM orders)) SELECT dt FROM dates d LEFT JOIN (SELECT DISTINCT order_date FROM orders) o ON d.dt=o.order_date WHERE o.order_date IS NULL;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Q80  Top 2 products per category by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Real-World Data Analytics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SELECT * FROM (SELECT p.category,p.product_id,SUM(oi.quantity*oi.unit_price) revenue,ROW_NUMBER() OVER(PARTITION BY p.category ORDER BY SUM(oi.quantity*oi.unit_price) DESC) rn FROM products p JOIN order_items oi ON p.product_id=oi.product_id GROUP BY p.category,p.product_id) x WHERE rn&lt;=2;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Q81  Employees with same salary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Real-World Data Analytics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e1.name,e1.salary,e2.name duplicate_name FROM employees e1 JOIN employees e2 ON e1.salary=e2.salary AND e1.employee_id&lt;e2.employee_id;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Q82  Departments with more than 5 employees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Real-World Data Analytics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department,COUNT(*) cnt FROM employees GROUP BY department HAVING COUNT(*)&gt;5;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Q83  Customers spending more than 100000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Real-World Data Analytics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customer_id,SUM(amount) spend FROM orders GROUP BY customer_id HAVING SUM(amount)&gt;100000;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Q84  Product contribution to category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Real-World Data Analytics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Courier New"/>
              </a:rPr>
              <a:t>WITH p AS (SELECT pr.category,oi.product_id,SUM(oi.quantity*oi.unit_price) revenue FROM products pr JOIN order_items oi ON pr.product_id=oi.product_id GROUP BY pr.category,oi.product_id), c AS (SELECT category,SUM(revenue) total_revenue FROM p GROUP BY category) SELECT p.category,p.product_id,p.revenue,ROUND(100*p.revenue/c.total_revenue,2) contribution_pct FROM p JOIN c ON p.category=c.category;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Q85  Find orders with duplicate order amounts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Real-World Data Analytics  • 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amount,COUNT(*) cnt FROM orders GROUP BY amount HAVING COUNT(*)&gt;1;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Q86  Detect price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Advanced SQL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product_id,effective_date,price,LAG(price) OVER(PARTITION BY product_id ORDER BY effective_date) previous_price FROM product_prices;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Q87  Latest price per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Advanced SQL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* FROM (SELECT pp.*,ROW_NUMBER() OVER(PARTITION BY product_id ORDER BY effective_date DESC) rn FROM product_prices pp) x WHERE rn=1;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Q88  Find inactive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Advanced SQL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SELECT p.product_id,p.product_name FROM products p LEFT JOIN order_items oi ON p.product_id=oi.product_id LEFT JOIN orders o ON oi.order_id=o.order_id GROUP BY p.product_id,p.product_name HAVING MAX(o.order_date)&lt;CURRENT_DATE-INTERVAL 180 DAY OR MAX(o.order_date) IS NULL;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Q89  Top customer by lifetime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Advanced SQL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customer_id,SUM(amount) lifetime_value FROM orders GROUP BY customer_id ORDER BY lifetime_value DESC LIMIT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Q90  Customers whose latest order is their largest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Advanced SQL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WITH x AS (SELECT o.*,MAX(amount) OVER(PARTITION BY customer_id) max_amount,ROW_NUMBER() OVER(PARTITION BY customer_id ORDER BY order_date DESC) rn FROM orders o) SELECT customer_id,amount FROM x WHERE rn=1 AND amount=max_amount;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Q91  Find missing employee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Advanced SQL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WITH RECURSIVE ids AS (SELECT MIN(employee_id) id FROM employees UNION ALL SELECT id+1 FROM ids WHERE id&lt;(SELECT MAX(employee_id) FROM employees)) SELECT ids.id FROM ids LEFT JOIN employees e ON ids.id=e.employee_id WHERE e.employee_id IS NULL;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Q92  Find overlapping date ranges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Advanced SQL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a.id,b.id FROM bookings a JOIN bookings b ON a.id&lt;b.id AND a.start_date&lt;=b.end_date AND b.start_date&lt;=a.end_date;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Q93  Customers who bought in every month of a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Advanced SQL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customer_id FROM orders WHERE YEAR(order_date)=2026 GROUP BY customer_id HAVING COUNT(DISTINCT MONTH(order_date))=12;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Q94  Three consecutive months of purchases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Advanced SQL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Courier New"/>
              </a:rPr>
              <a:t>WITH m AS (SELECT DISTINCT customer_id,EXTRACT(YEAR_MONTH FROM order_date) ym FROM orders), x AS (SELECT customer_id,ym,LAG(ym,1) OVER(PARTITION BY customer_id ORDER BY ym) p1,LAG(ym,2) OVER(PARTITION BY customer_id ORDER BY ym) p2 FROM m) SELECT DISTINCT customer_id FROM x WHERE ym=p1+1 AND p1=p2+1;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Q95  Customers who purchased category A and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Advanced SQL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SELECT customer_id FROM order_items oi JOIN products p ON oi.product_id=p.product_id WHERE p.category IN ('A','B') GROUP BY customer_id HAVING COUNT(DISTINCT p.category)=2;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Q96  Most common product 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Hard Interview Challenges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WITH pairs AS (SELECT a.product_id p1,b.product_id p2,a.order_id FROM order_items a JOIN order_items b ON a.order_id=b.order_id AND a.product_id&lt;b.product_id) SELECT p1,p2,COUNT(*) pair_count FROM pairs GROUP BY p1,p2 ORDER BY pair_count DESC LIMIT 1;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Q97  Find customers with no purchase after signup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Hard Interview Challenges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Courier New"/>
              </a:rPr>
              <a:t>SELECT c.customer_id FROM customers c LEFT JOIN orders o ON c.customer_id=o.customer_id AND o.order_date&gt;=c.signup_date WHERE o.order_id IS NULL;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Q98  Revenue share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Hard Interview Challenges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WITH m AS (SELECT DATE_FORMAT(order_date,'%Y-%m') month,SUM(amount) revenue FROM orders GROUP BY month) SELECT month,revenue,ROUND(100*revenue/SUM(revenue) OVER(),2) overall_share_pct FROM m;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Q99  Top 5% customers by 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Hard Interview Challenges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Courier New"/>
              </a:rPr>
              <a:t>WITH s AS (SELECT customer_id,SUM(amount) spend FROM orders GROUP BY customer_id), r AS (SELECT s.*,PERCENT_RANK() OVER(ORDER BY spend DESC) pct FROM s) SELECT * FROM r WHERE pct&lt;=0.05;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Q100  Median order value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0A0FF"/>
                </a:solidFill>
                <a:latin typeface="Aptos"/>
              </a:rPr>
              <a:t>Hard Interview Challenges  • 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the business/data problem using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155680" cy="3429000"/>
          </a:xfrm>
          <a:prstGeom prst="roundRect">
            <a:avLst/>
          </a:prstGeom>
          <a:solidFill>
            <a:srgbClr val="19202D"/>
          </a:solidFill>
          <a:ln>
            <a:solidFill>
              <a:srgbClr val="19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Courier New"/>
              </a:rPr>
              <a:t>WITH x AS (SELECT DATE_FORMAT(order_date,'%Y-%m') month,amount,ROW_NUMBER() OVER(PARTITION BY DATE_FORMAT(order_date,'%Y-%m') ORDER BY amount) rn,COUNT(*) OVER(PARTITION BY DATE_FORMAT(order_date,'%Y-%m')) cnt FROM orders) SELECT month,AVG(amount) median_order_value FROM x WHERE rn IN (FLOOR((cnt+1)/2),CEIL((cnt+1)/2)) GROUP BY month;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AB4C3"/>
                </a:solidFill>
                <a:latin typeface="Aptos"/>
              </a:rPr>
              <a:t>INTERVIEW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4982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Aptos"/>
              </a:rPr>
              <a:t>Explain your logic clearly, mention edge cases/NULL handling, and justify why your approach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  <a:latin typeface="Aptos"/>
              </a:rPr>
              <a:t>SQL INTERVIEW READINESS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☐ SELECT, WHERE, ORDER BY, DISTINCT, GROUP BY, HAVING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819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☐ Aggregate functions &amp; conditional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0824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☐ INNER / LEFT / RIGHT / FULL / SELF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59736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☐ Subqueries, correlated subqueries &amp; CTEs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9864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☐ ROW_NUMBER, RANK, DENSE_RANK, LAG,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☐ Running totals, moving averages &amp; Top-N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7647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☐ Date analysis, MoM/YoY, retention, churn &amp; cohort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15383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☐ Duplicates, NULLs, missing data &amp; gaps/islands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54296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☐ Customer, sales, product &amp; revenue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☐ Explain query logic clearly in an interview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  <a:latin typeface="Aptos"/>
              </a:rPr>
              <a:t>7-DAY SQL REVISION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0A0FF"/>
                </a:solidFill>
                <a:latin typeface="Aptos"/>
              </a:rP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143000"/>
            <a:ext cx="9326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Fundamentals, filtering, sorting, NULLs &amp;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0136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0A0FF"/>
                </a:solidFill>
                <a:latin typeface="Aptos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801368"/>
            <a:ext cx="9326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GROUP BY, HAVING, CASE, aggregates &amp; KPIs.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9736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0A0FF"/>
                </a:solidFill>
                <a:latin typeface="Aptos"/>
              </a:rPr>
              <a:t>DAY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59736"/>
            <a:ext cx="9326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Joins, self joins &amp; multi-table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18104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0A0FF"/>
                </a:solidFill>
                <a:latin typeface="Aptos"/>
              </a:rPr>
              <a:t>DAY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18104"/>
            <a:ext cx="9326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Subqueries &amp; CTEs.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76472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0A0FF"/>
                </a:solidFill>
                <a:latin typeface="Aptos"/>
              </a:rPr>
              <a:t>DAY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776472"/>
            <a:ext cx="9326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Window functions: ranking, LAG/LEAD, running totals &amp; moving averages.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0A0FF"/>
                </a:solidFill>
                <a:latin typeface="Aptos"/>
              </a:rPr>
              <a:t>DAY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434840"/>
            <a:ext cx="9326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Dates, retention, cohort, churn, funnels &amp; consecutive-day problems.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9320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0A0FF"/>
                </a:solidFill>
                <a:latin typeface="Aptos"/>
              </a:rPr>
              <a:t>DAY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093208"/>
            <a:ext cx="9326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Solve mixed hard problems under interview time limits and explain every solution.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5F7FA"/>
                </a:solidFill>
                <a:latin typeface="Aptos"/>
              </a:rPr>
              <a:t>KEEP PRACTICING.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0A0FF"/>
                </a:solidFill>
                <a:latin typeface="Aptos"/>
              </a:rPr>
              <a:t>Learn SQL → Practice Real-World Problems → Improve Problem-Solving → Crack 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Created by Aditya Kalyan | Data Analyst Mentor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50A0FF"/>
                </a:solidFill>
                <a:latin typeface="Aptos"/>
              </a:rPr>
              <a:t>Data Detective Club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AB4C3"/>
                </a:solidFill>
                <a:latin typeface="Aptos"/>
              </a:rPr>
              <a:t>Data Detective Club | Created by Aditya Kalyan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B4C3"/>
                </a:solidFill>
                <a:latin typeface="Aptos"/>
              </a:rPr>
              <a:t>105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